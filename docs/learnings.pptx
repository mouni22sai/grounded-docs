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7EF0B-9DC1-62B3-163B-8CECF08DB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DC21D-8C5E-8F3F-1BF8-00FE33737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43D57-B93F-8194-28E6-995F0B1F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97EAE-1AE9-34DD-645A-2CCA81ED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AD464-4803-97C2-C465-3485D005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411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C313-A187-1071-3B7A-C96A1AE8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BBE9D-E2AB-415D-9883-0D0D5A733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2E842-3826-A89D-6124-B9A1F5C2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4B3EE-98BD-DD88-3605-1133EFD0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3D33F-F0A9-E914-855D-9F06351A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69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B170-B63E-8859-6BB8-4B7341C76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F7448-26B8-608C-7896-89707ABA2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179A1-8532-B61D-2CC7-A838769C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BFC8D-7C3B-E5D0-4653-575445E5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C230F-3B84-A70E-8A4F-FC34590E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19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161F-B218-7209-875D-CF81F323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80CE-DBB6-EEE9-5DF4-510640B90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CD4D6-E31A-B25E-9744-7D8CDF3D8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1A07A-2540-89E6-82DB-6207B900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26F77-50D5-3926-22FA-419184649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F4D02-7F4E-535D-D956-F3726CD8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501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0F69-6B74-B47F-9586-A4976A08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38C6B-776F-A3F7-061E-D6F2D26BB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783E7-4126-BCFE-CF39-BE7ADD2FD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3B8C8-CC03-B4D7-9F09-0F7AF3744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101D1-1000-0C6C-F968-EAA8A4486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4DFC50-844B-BF5D-E563-57E62873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E7AF1-14BD-1811-41FE-E30253AC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537081-ED76-35A7-8002-3C263E69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5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B9CB-E89F-40D7-1F0E-059B2605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070B07-0954-6FF8-0BCC-2EC019CE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E0A26-5D43-B28B-DF8D-F976F850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F7434-796B-C790-AA89-6A0B7658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62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D837F-BD97-2FB9-CEED-CD164C738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2AEDB-13B4-3C05-39F2-84315E32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DF3C6-5633-B397-4A34-3364A189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83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ED70-3D15-F9F4-6C11-0AD38912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70CAD-8345-C907-16C2-E047BF073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2F99D-BF37-84DE-DE0E-FC677D022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41CB1-2D59-9248-F9B0-AA6475B3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3F449-0091-D6B0-F684-5AF57E95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F2454-5733-9B04-0284-41C40CF77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6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6CDD-DFB1-953C-39FC-09C6EE0F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A72D5-55D9-DCB1-7AF9-333F64461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42BF7-08A3-9296-A010-BF706A780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5C766-FF8A-9D9C-9B9D-130BD0561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8BE25-D523-B79C-8B25-D8850CC3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B204D-32DE-71DC-A173-52620796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23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D4C7-F902-9E9D-0FBE-DC1D4606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87AEA-19E7-0B88-5F57-15270AD9C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13088-007F-F820-EC96-AA9165400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99FD4-58B0-480A-9A58-E3D03A4B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426C9-F676-8F61-688C-41E09F4F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47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37303-8BDB-9BC9-7EA3-6C6A3C676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5E323-5AAB-7CB8-290F-A2DFEF493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EF215-3169-07D6-4248-C0D8CF4F7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A693C-60E1-1C36-001B-9B349FE9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0C089-7D7A-314A-4AEE-8935CEC4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40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4D4D21-1BBF-7795-E41E-097FAC1F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614EA-FA6A-4E31-7F13-F6078CB9C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2DC9-EACE-1771-1AAF-BC1C65D61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58276-AB06-4424-B08B-5F3A9CB837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993CF-609E-10EF-D50A-9C5AE2875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A2C9D-FCC0-4998-D0CD-400F4E6B9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48E40-08A2-437F-B44D-F8775273AC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9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4D6D-1920-BB34-6E2F-44FC37C96A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Project-1 Learnings</a:t>
            </a:r>
          </a:p>
        </p:txBody>
      </p:sp>
    </p:spTree>
    <p:extLst>
      <p:ext uri="{BB962C8B-B14F-4D97-AF65-F5344CB8AC3E}">
        <p14:creationId xmlns:p14="http://schemas.microsoft.com/office/powerpoint/2010/main" val="4247460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418CD8-B38B-0A5B-4AB6-4C0E11D948C4}"/>
              </a:ext>
            </a:extLst>
          </p:cNvPr>
          <p:cNvSpPr txBox="1"/>
          <p:nvPr/>
        </p:nvSpPr>
        <p:spPr>
          <a:xfrm>
            <a:off x="539496" y="393192"/>
            <a:ext cx="11109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is </a:t>
            </a:r>
            <a:r>
              <a:rPr lang="en-IN" dirty="0" err="1"/>
              <a:t>Docling</a:t>
            </a:r>
            <a:r>
              <a:rPr lang="en-IN" dirty="0"/>
              <a:t>?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991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3B11C-F34F-030C-83E2-9DDB4D76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6557"/>
            <a:ext cx="12192000" cy="230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6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19DAC-398E-4E98-38F0-C245333E2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11"/>
            <a:ext cx="12192000" cy="501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6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FD2191-6F7C-5A7F-6B75-A01E8F9D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128"/>
            <a:ext cx="12192000" cy="455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5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6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Project-1 Learnings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Mounika, Chithirala (Proficy, Non-GE Vernova)</dc:creator>
  <cp:lastModifiedBy>Mounika, Chithirala (Proficy, Non-GE Vernova)</cp:lastModifiedBy>
  <cp:revision>6</cp:revision>
  <dcterms:created xsi:type="dcterms:W3CDTF">2026-10-08T12:52:55Z</dcterms:created>
  <dcterms:modified xsi:type="dcterms:W3CDTF">2026-10-09T05:54:42Z</dcterms:modified>
</cp:coreProperties>
</file>